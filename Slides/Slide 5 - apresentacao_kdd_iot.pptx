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20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aula destacando que IoT gera muitos dados, mas dados brutos não são automaticamente conhecimento. A proposta é mostrar um caminho organizado: entender o problema, selecionar dados, limpar, transformar, minerar, avaliar e comunicar resultados.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tópico do slide relacionando a etapa do KDD com um cenário simples de IoT. Reforce que sensores produzem dados brutos, mas a aprendizagem acontece quando o aluno interpreta esses dados dentro de um problema e justifica as decisões tomadas.
Sugestão didática: peça aos alunos que proponham exemplos de sensores e decisões possíveis antes de avançar para 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src.nist.gov/glossary/term/internet_of_thing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10.1145/240455.240464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mqtt.or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outlier_detection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orangedatamining.com/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3d_isometric_soft_3d_tech_illustra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685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DD3FC"/>
                </a:solidFill>
              </a:rPr>
              <a:t>Internet das coisas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209544" y="434340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Processo KDD aplicado à Internet das Coisas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94944" y="2788920"/>
            <a:ext cx="534924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200" dirty="0">
                <a:solidFill>
                  <a:srgbClr val="DBEAFE"/>
                </a:solidFill>
              </a:rPr>
              <a:t>Nesta aula, estudaremos como transformar dados gerados por sensores e dispositivos conectados em conhecimento útil. O foco será compreender o ciclo KDD, interpretar dados de Internet das Coisas e aplicar etapas práticas para limpar, preparar, minerar e avaliar informações.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944" y="470916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C5FD"/>
                </a:solidFill>
              </a:rPr>
              <a:t>KDD • Sensores • Dados • Mineração • Decisão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4A90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D8E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KDD em cenários de IoT?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Motivação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Ambientes de IoT produzem leituras contínuas de temperatura, umidade, presença, vibração, consumo de energia e localização. O KDD ajuda a organizar esse volume de dados para identificar padrões, detectar falhas, prever comportamentos e apoiar decisões mais rápidas e justificáveis.</a:t>
            </a:r>
            <a:endParaRPr lang="en-US" sz="24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786384" y="542239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útil: NIST IoT Glossary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aprendizagem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o aluno deverá compreender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final, o aluno deverá explicar o que é KDD, diferenciar dados brutos de conhecimento, reconhecer características dos dados de sensores, aplicar etapas básicas do processo em um cenário simples e interpretar resultados de mineração de dados em aplicações de IoT.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Conhecimento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97312" y="342900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</a:rPr>
              <a:t>analisar para decidir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IoT: dispositivos que geram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aplicado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das Coisas envolve objetos físicos conectados, geralmente com sensores, software e comunicação em rede. Em uma sala inteligente, por exemplo, sensores medem temperatura e presença; em uma indústria, sensores registram vibração e corrente elétrica de máquinas.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sensor ao conhecimento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 geral do fluxo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projeto de IoT normalmente começa com coleta de dados em dispositivos, passa por comunicação em rede, armazenamento, processamento e análise. O conhecimento surge quando os dados são interpretados dentro de um problema real, como economizar energia ou prever falhas.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significa KDD?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Discovery in Databases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KDD significa descoberta de conhecimento em bases de dados. A ideia é executar um processo organizado para encontrar padrões válidos, úteis e compreensíveis. Mineração de dados é apenas uma das etapas, não o processo inteiro de descoberta.</a:t>
            </a:r>
            <a:endParaRPr lang="en-US" sz="24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786384" y="542239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útil: Artigo clássico de KDD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Ciclo KDD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0100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946404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Limpar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946404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00100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Minerar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732520" y="397764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800100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80" i="1" dirty="0">
                <a:solidFill>
                  <a:srgbClr val="4B5563"/>
                </a:solidFill>
              </a:rPr>
              <a:t>Processo iterativo: cada resultado pode exigir voltar à etapa anterior.</a:t>
            </a:r>
            <a:endParaRPr lang="en-US" sz="11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KDD e mineração de dados não são sinônimos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Diferença importante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mineração de dados aplica algoritmos para encontrar padrões, mas antes disso é necessário entender o problema, selecionar dados, corrigir erros e transformar variáveis. Depois também é preciso avaliar se o padrão encontrado realmente faz sentido para o contexto.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Ciclo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46404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Limpar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946404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00100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Minerar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732520" y="397764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00100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80" i="1" dirty="0">
                <a:solidFill>
                  <a:srgbClr val="4B5563"/>
                </a:solidFill>
              </a:rPr>
              <a:t>Processo iterativo: cada resultado pode exigir voltar à etapa anterior.</a:t>
            </a:r>
            <a:endParaRPr lang="en-US" sz="11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Etapas principais do KDD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geral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processo KDD pode ser resumido em seleção, pré-processamento, transformação, mineração de dados, interpretação e avaliação. Em IoT, essas etapas costumam ser repetidas várias vezes, pois sensores mudam, falham, geram ruídos e exigem ajustes constantes.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Ciclo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46404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Limpar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946404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00100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Minerar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732520" y="397764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00100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80" i="1" dirty="0">
                <a:solidFill>
                  <a:srgbClr val="4B5563"/>
                </a:solidFill>
              </a:rPr>
              <a:t>Processo iterativo: cada resultado pode exigir voltar à etapa anterior.</a:t>
            </a:r>
            <a:endParaRPr lang="en-US" sz="11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Entendimento do domínio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olhar os dados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escolher algoritmos, é preciso entender o cenário. Em uma estufa inteligente, por exemplo, o objetivo pode ser detectar risco de baixa umidade. Em uma fábrica, o objetivo pode ser identificar vibração anormal antes da parada da máquina.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Agricultura inteligente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🌱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001000" y="3474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0" y="3474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0" y="3474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4526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sensores → decisão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Definição do problema analítico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Pergunta que orienta o KDD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bom projeto começa com uma pergunta clara. Em IoT, perguntas comuns são: houve anomalia? Qual equipamento consome mais energia? A temperatura sairá da faixa segura? A pergunta define quais sensores, períodos e técnicas serão usados.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Conhecimento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97312" y="342900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</a:rPr>
              <a:t>analisar para decidir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Seleção dos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Escolher o que será analisado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seleção define quais fontes, sensores, períodos e variáveis entram no estudo. Nem tudo que foi coletado precisa ser usado. Para prever falha mecânica, talvez vibração, corrente e temperatura sejam mais importantes que localização ou identificação visual.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Exemplo de 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26680" y="18745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3272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26680" y="23591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33272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26680" y="283464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33272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331012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6968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33272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26680" y="378561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968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33272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0956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dados antes da limpeza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Coleta e ingestão em IoT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contínua de dados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dados podem chegar por MQTT, HTTP, Bluetooth, redes industriais ou arquivos exportados. Em projetos acadêmicos, podemos simular leituras em CSV ou usar bases públicas. O essencial é registrar horário, valor medido, unidade e identificação do dispositivo.</a:t>
            </a:r>
            <a:endParaRPr lang="en-US" sz="24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786384" y="542239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útil: MQTT.org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de sensores são séries temporais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 como variável central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IoT, muitas medições só fazem sentido quando analisadas na ordem do tempo. Uma temperatura isolada pode parecer normal, mas uma sequência crescente pode indicar risco. Por isso, timestamp, frequência de amostragem e janelas temporais são fundamentais.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Série temporal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Temperatura por hora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4206240"/>
            <a:ext cx="237744" cy="50292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4105656"/>
            <a:ext cx="237744" cy="60350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4155948"/>
            <a:ext cx="237744" cy="55321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8008" y="3854196"/>
            <a:ext cx="237744" cy="85496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3954780"/>
            <a:ext cx="237744" cy="75438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94392" y="3250692"/>
            <a:ext cx="237744" cy="145846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7584" y="3904488"/>
            <a:ext cx="237744" cy="80467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0776" y="3803904"/>
            <a:ext cx="237744" cy="905256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5146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pico/anomalia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5074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Tempo →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Pré-processamento: limpeza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Corrigir problemas antes do algoritmo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podem falhar, repetir valores, atrasar envio ou registrar leituras impossíveis. A limpeza trata dados ausentes, duplicados, fora da escala e inconsistentes. Sem essa etapa, o algoritmo pode aprender padrões falsos e produzir decisões pouco confiáveis.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Exemplo de 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26680" y="18745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3272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26680" y="23591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33272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26680" y="283464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33272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331012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6968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33272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26680" y="378561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968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33272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0956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dados antes da limpeza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Ruído e valores fora do padrão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todo pico é conhecimento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pico em um sensor pode indicar evento real, erro de medição ou problema de comunicação. O KDD exige investigar o contexto antes de concluir. Um valor extremo pode ser removido, corrigido, marcado como anomalia ou preservado para análise.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Série temporal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Temperatura por hora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4206240"/>
            <a:ext cx="237744" cy="50292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4105656"/>
            <a:ext cx="237744" cy="60350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4155948"/>
            <a:ext cx="237744" cy="55321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8008" y="3854196"/>
            <a:ext cx="237744" cy="85496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3954780"/>
            <a:ext cx="237744" cy="75438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94392" y="3250692"/>
            <a:ext cx="237744" cy="145846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7584" y="3904488"/>
            <a:ext cx="237744" cy="80467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0776" y="3803904"/>
            <a:ext cx="237744" cy="905256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5146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pico/anomalia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5074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Tempo →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Integração de fontes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Unir dados de diferentes dispositivos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cenários reais, uma decisão pode depender de vários sensores. Para avaliar conforto térmico, podemos combinar temperatura, umidade e presença. A integração exige sincronizar horários, padronizar unidades e relacionar leituras ao mesmo ambiente ou equipamento.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Transformação dos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variáveis para mineração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dados significa criar representações mais úteis para análise. Podemos calcular média móvel, variação por minuto, máximo por hora ou consumo acumulado. Essas novas variáveis ajudam algoritmos a identificar comportamento que não aparece diretamente nos valores brutos.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Série temporal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Temperatura por hora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4206240"/>
            <a:ext cx="237744" cy="50292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4105656"/>
            <a:ext cx="237744" cy="60350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4155948"/>
            <a:ext cx="237744" cy="55321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8008" y="3854196"/>
            <a:ext cx="237744" cy="85496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3954780"/>
            <a:ext cx="237744" cy="75438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94392" y="3250692"/>
            <a:ext cx="237744" cy="145846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7584" y="3904488"/>
            <a:ext cx="237744" cy="80467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0776" y="3803904"/>
            <a:ext cx="237744" cy="905256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5146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pico/anomalia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5074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Tempo →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Normalização e padronização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Colocar variáveis em escala comparável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variáveis têm escalas muito diferentes, alguns algoritmos podem dar peso exagerado a uma delas. Normalizar temperatura, vibração e consumo permite comparar padrões de forma mais equilibrada. Isso é especialmente útil em agrupamento e detecção de anomalias.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Padrões e grupos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3317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51460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7889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92608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999232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324612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35204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1240" y="356616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9880" y="22402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16768" y="24871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9556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Criação de atributos em IoT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Atributos derivados aproximam a mineração do problema real. Em uma máquina, a média de vibração em cinco minutos pode ser mais informativa que uma leitura isolada. Em uma residência, consumo por período ajuda a reconhecer hábitos e desperdícios.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- 19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Conhecimento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97312" y="342900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</a:rPr>
              <a:t>analisar para decidir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Mineração de dados no KDD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algoritmos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 etapa de mineração, usamos técnicas como classificação, regressão, agrupamento, associação e detecção de anomalias. A escolha depende da pergunta. Para prever falha, usamos modelos preditivos; para descobrir perfis de consumo, usamos agrupamento.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Padrões e grupos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3317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51460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7889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92608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999232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324612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35204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1240" y="356616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9880" y="22402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16768" y="24871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9556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anomalia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Classificação em IoT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Rótulos e categorias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 ocorre quando queremos prever uma categoria conhecida. Um sistema pode classificar uma leitura como normal, atenção ou crítica. Para isso, o conjunto de treinamento precisa conter exemplos rotulados, permitindo que o modelo aprenda padrões associados a cada classe.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78824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0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78824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552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Matriz de confusão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21488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7889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Regressão em IoT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Previsão de valores numéricos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Regressão é usada quando a saída esperada é um número. Podemos prever consumo de energia da próxima hora, temperatura futura de uma sala ou vida útil restante de um componente. A avaliação compara previsões com valores realmente observados.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Série temporal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Temperatura por hora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4206240"/>
            <a:ext cx="237744" cy="50292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4105656"/>
            <a:ext cx="237744" cy="60350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4155948"/>
            <a:ext cx="237744" cy="55321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8008" y="3854196"/>
            <a:ext cx="237744" cy="85496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3954780"/>
            <a:ext cx="237744" cy="75438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94392" y="3250692"/>
            <a:ext cx="237744" cy="145846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7584" y="3904488"/>
            <a:ext cx="237744" cy="80467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0776" y="3803904"/>
            <a:ext cx="237744" cy="905256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5146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pico/anomalia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5074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Tempo →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Agrupamento de dispositivos ou situações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Descoberta sem rótulos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Agrupamento organiza dados parecidos sem usar classes previamente definidas. Em IoT, pode separar padrões de uso de ambientes, perfis de consumo energético ou comportamentos de máquinas. Depois, o analista interpreta cada grupo com apoio do conhecimento do domínio.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Padrões e grupos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3317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51460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7889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92608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999232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324612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35204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1240" y="356616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9880" y="22402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16768" y="24871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9556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anomalia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Detecção de anomalias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comportamento incomum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Anomalias são comportamentos que se afastam do padrão esperado. Elas podem indicar falha, ataque, sensor danificado ou evento raro importante. Técnicas como Isolation Forest e Local Outlier Factor são úteis quando há poucos exemplos rotulados de problemas.</a:t>
            </a:r>
            <a:endParaRPr lang="en-US" sz="24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786384" y="542239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útil: Scikit-learn: outlier detection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Série temporal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7356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Temperatura por hora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4206240"/>
            <a:ext cx="237744" cy="50292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4105656"/>
            <a:ext cx="237744" cy="60350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14816" y="4155948"/>
            <a:ext cx="237744" cy="55321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08008" y="3854196"/>
            <a:ext cx="237744" cy="85496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3954780"/>
            <a:ext cx="237744" cy="75438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94392" y="3250692"/>
            <a:ext cx="237744" cy="145846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87584" y="3904488"/>
            <a:ext cx="237744" cy="80467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80776" y="3803904"/>
            <a:ext cx="237744" cy="905256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5146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pico/anomalia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0" y="5074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Tempo →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Regras de associação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Relações frequentes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de associação procuram combinações que aparecem juntas com frequência. Em casa inteligente, pode-se descobrir que luz ligada, presença e ar-condicionado ativo aparecem no mesmo período. O resultado precisa ser avaliado para não confundir coincidência com relação útil.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Ciclo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46404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Limpar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946404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00100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Minerar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732520" y="397764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00100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80" i="1" dirty="0">
                <a:solidFill>
                  <a:srgbClr val="4B5563"/>
                </a:solidFill>
              </a:rPr>
              <a:t>Processo iterativo: cada resultado pode exigir voltar à etapa anterior.</a:t>
            </a:r>
            <a:endParaRPr lang="en-US" sz="11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Avaliação dos padrões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 faz sentido?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Após minerar dados, avaliamos se os padrões são corretos, úteis e compreensíveis. Um modelo com boa métrica pode ser inútil se não ajudar a agir. Em IoT, também é importante verificar atrasos, custo de implantação e impacto operacional.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78824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0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78824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552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Matriz de confusão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21488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7889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 avaliação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desempenho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de classificação podem ser avaliados por acurácia, precisão, recall e F1-score. Em anomalias, falsos alarmes são relevantes, porque podem cansar usuários. Em regressão, erros médios ajudam a medir distância entre previsão e valor real.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78824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0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78824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552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Matriz de confusão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21488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7889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Interpretação e comunicação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padrão em decisão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Conhecimento descoberto deve ser comunicado com clareza. Gráficos, dashboards, alertas e relatórios explicam o que foi encontrado e por que isso importa. Em IoT, a interpretação deve indicar ação: desligar, ajustar, investigar ou monitorar.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Conhecimento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97312" y="342900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</a:rPr>
              <a:t>analisar para decidir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Implantação do conhecimento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análise para o uso real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 de avaliado, o conhecimento pode virar regra de alerta, painel, rotina de manutenção ou ajuste automático. Em um projeto acadêmico, a implantação pode ser simulada com um dashboard simples ou relatório técnico que descreva decisões recomendadas.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- 29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Edge, cloud e KDD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Onde processar?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do KDD pode ocorrer na nuvem, onde há mais capacidade de armazenamento e processamento. Porém, análises rápidas podem ser feitas no edge, próximo ao sensor. Essa escolha influencia latência, custo, privacidade e consumo de rede.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Fluxo IoT +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0" y="1783080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Sensor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0" y="2478024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Gateway/Edge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3172968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Nuvem/Lake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867912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Mineração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4562856"/>
            <a:ext cx="3520440" cy="475488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Conhecimento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0" y="5230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   🧠   📊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Ferramentas gratuitas para aula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Ambiente acadêmico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praticar, é possível usar Orange Data Mining, Python no Google Colab, Node-RED, MQTT Explorer, Mosquitto e datasets públicos. Essas ferramentas permitem construir fluxos, simular sensores, analisar arquivos CSV e visualizar resultados sem depender de licenças pagas.</a:t>
            </a:r>
            <a:endParaRPr lang="en-US" sz="2400" dirty="0"/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786384" y="5422392"/>
            <a:ext cx="5989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u="sng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útil: Orange Data Mining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Ferramentas gratuitas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09560" y="1828800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738360" y="1828800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909560" y="2432304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738360" y="2432304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909560" y="3035808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738360" y="3035808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3639312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738360" y="3639312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4242816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738360" y="4242816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Prática guiada: cenário proposto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Monitoramento de ambiente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Considere uma sala com sensores de temperatura, umidade e presença. O objetivo é descobrir horários de desconforto térmico e possíveis desperdícios de energia. O KDD será aplicado desde a seleção dos dados até a geração de recomendações.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Sala inteligente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0" y="1920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🏠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8001000" y="3474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0" y="3474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0" y="3474720"/>
            <a:ext cx="9144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55280" y="4526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</a:rPr>
              <a:t>sensores → decisão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1: obter ou simular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inicial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aluno pode usar um CSV fornecido pelo professor ou criar dados simulados com colunas timestamp, temperatura, umidade, presença e consumo. O importante é que a base tenha registros ao longo do tempo, incluindo alguns valores ausentes e eventos anormais.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Exemplo de 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26680" y="18745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3272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26680" y="23591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33272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26680" y="283464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33272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331012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6968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33272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26680" y="378561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968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33272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0956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dados antes da limpeza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2: carregar os 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ou Orange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Python, use pandas para carregar o CSV e observar as primeiras linhas. No Orange, use o widget File e depois Data Table. Em ambos os casos, verifique nomes das colunas, tipos, quantidade de registros e possíveis valores vazios.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Ferramentas gratuitas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738360" y="1828800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09560" y="2432304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738360" y="2432304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3035808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38360" y="3035808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3639312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38360" y="3639312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4242816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738360" y="4242816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3: limpar e organizar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Pré-processamento prático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Remova duplicidades, trate valores ausentes, corrija unidades e ordene os registros pelo tempo. Marque leituras impossíveis, como umidade acima de cem por cento. Essa etapa deve ser documentada, pois decisões de limpeza alteram os resultados finais.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Exemplo de 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26680" y="18745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6968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umid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332720" y="18745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0B1F3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26680" y="2359152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6968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332720" y="2359152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26680" y="2834640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08:05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6968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60120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332720" y="2834640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falha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26680" y="331012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86968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332720" y="3310128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26680" y="3785616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08:15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6968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60120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332720" y="3785616"/>
            <a:ext cx="685800" cy="329184"/>
          </a:xfrm>
          <a:prstGeom prst="roundRect">
            <a:avLst>
              <a:gd name="adj" fmla="val 22222"/>
            </a:avLst>
          </a:prstGeom>
          <a:solidFill>
            <a:srgbClr val="EEF8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909560" y="5029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dados antes da limpeza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4: criar atributos úteis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Transformação prática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Crie novas colunas como hora do dia, média móvel de temperatura e variação de consumo. Essas variáveis ajudam a revelar padrões temporais. Em IoT, muitas descobertas surgem quando transformamos leituras isoladas em indicadores por janela.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Série temporal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73568" y="1874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Temperatura por hora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28432" y="4206240"/>
            <a:ext cx="237744" cy="50292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4105656"/>
            <a:ext cx="237744" cy="60350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814816" y="4155948"/>
            <a:ext cx="237744" cy="55321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08008" y="3854196"/>
            <a:ext cx="237744" cy="854964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0" y="3954780"/>
            <a:ext cx="237744" cy="754380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994392" y="3250692"/>
            <a:ext cx="237744" cy="1458468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7584" y="3904488"/>
            <a:ext cx="237744" cy="804672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80776" y="3803904"/>
            <a:ext cx="237744" cy="905256"/>
          </a:xfrm>
          <a:prstGeom prst="rect">
            <a:avLst/>
          </a:prstGeom>
          <a:solidFill>
            <a:srgbClr val="0EA5A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25146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pico/anomalia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0" y="5074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</a:rPr>
              <a:t>Tempo →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5: aplicar mineração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simples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começar, aplique agrupamento para separar perfis de uso ou detecção de anomalias para identificar horários suspeitos. O objetivo da prática não é encontrar o algoritmo perfeito, mas entender como cada etapa do KDD influencia a descoberta.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Padrões e grupos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23317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51460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78892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926080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2999232"/>
            <a:ext cx="118872" cy="118872"/>
          </a:xfrm>
          <a:prstGeom prst="ellipse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6404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8360" y="324612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12680" y="30632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55480" y="352044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1240" y="3566160"/>
            <a:ext cx="118872" cy="1188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69880" y="2240280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16768" y="2487168"/>
            <a:ext cx="118872" cy="1188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812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0684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95560" y="4828032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anomalia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6: avaliar resultados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com exemplos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os resultados com situações conhecidas: horários de aula, uso do ar-condicionado ou períodos vazios. Um alerta só é útil se fizer sentido no contexto. Peça aos grupos que expliquem falsos positivos, acertos e limitações da análise.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878824" y="2103120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01000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78824" y="2980944"/>
            <a:ext cx="758952" cy="758952"/>
          </a:xfrm>
          <a:prstGeom prst="roundRect">
            <a:avLst>
              <a:gd name="adj" fmla="val 9639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5528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Matriz de confusão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0" y="214884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Precisão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78892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F1-score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Passo 7: apresentar conhecimento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da atividade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entrega pode conter problema, dados utilizados, etapas de limpeza, atributos criados, técnica aplicada, gráficos e conclusão. O foco é demonstrar raciocínio: como os dados brutos foram transformados em uma informação útil para tomada de decisão.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- 39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Conhecimento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97312" y="342900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</a:rPr>
              <a:t>analisar para decidir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Cuidados éticos e segurança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de IoT também são sensíveis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de sensores podem revelar hábitos, presença, saúde, deslocamento e rotinas de pessoas. Por isso, projetos de IoT devem considerar privacidade, consentimento, minimização de dados, segurança na transmissão e transparência sobre o uso das informações coletadas.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- 40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Cuidados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95360" y="19202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000000"/>
                </a:solidFill>
              </a:rPr>
              <a:t>🔒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8001000" y="3246120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64040" y="324612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Consentimento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05088" y="3977640"/>
            <a:ext cx="1463040" cy="438912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18120" y="48463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</a:rPr>
              <a:t>dados de sensores também podem revelar comportamento humano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em projetos KDD-IoT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evitar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Erros frequentes incluem escolher algoritmo antes de entender o problema, ignorar falhas de sensores, misturar unidades, usar dados sem timestamp confiável, avaliar apenas uma métrica e apresentar gráficos sem interpretação. O KDD ajuda a reduzir esses riscos.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- 41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Ciclo KDD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0100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Selecionar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9464040" y="182880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Limpar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946404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001000" y="292608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Minerar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8732520" y="397764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001000" y="4800600"/>
            <a:ext cx="2788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80" i="1" dirty="0">
                <a:solidFill>
                  <a:srgbClr val="4B5563"/>
                </a:solidFill>
              </a:rPr>
              <a:t>Processo iterativo: cada resultado pode exigir voltar à etapa anterior.</a:t>
            </a:r>
            <a:endParaRPr lang="en-US" sz="11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Atividade em grupo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Aplicação em sala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grupo deverá escolher um cenário de IoT, definir uma pergunta de análise, listar sensores necessários, simular uma pequena base de dados e descrever as etapas KDD. Ao final, deve indicar uma descoberta esperada e uma possível decisão prática.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- 42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Ferramentas gratuitas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738360" y="1828800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09560" y="2432304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738360" y="2432304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3035808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38360" y="3035808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3639312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38360" y="3639312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4242816"/>
            <a:ext cx="1600200" cy="393192"/>
          </a:xfrm>
          <a:prstGeom prst="roundRect">
            <a:avLst>
              <a:gd name="adj" fmla="val 18605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Colab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738360" y="4242816"/>
            <a:ext cx="1234440" cy="393192"/>
          </a:xfrm>
          <a:prstGeom prst="roundRect">
            <a:avLst>
              <a:gd name="adj" fmla="val 18605"/>
            </a:avLst>
          </a:prstGeom>
          <a:solidFill>
            <a:srgbClr val="EEF2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Síntese da aula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Ideias principais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KDD é um processo completo de descoberta de conhecimento. Em IoT, ele organiza dados de sensores para gerar análises úteis, desde limpeza até avaliação. O valor não está apenas no algoritmo, mas na ligação entre problema, dados, padrões e decisão.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- 43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Conhecimento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49640" y="19659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💡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3429000"/>
            <a:ext cx="1097280" cy="411480"/>
          </a:xfrm>
          <a:prstGeom prst="roundRect">
            <a:avLst>
              <a:gd name="adj" fmla="val 17778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padrões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497312" y="342900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4297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</a:rPr>
              <a:t>analisar para decidir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AFD"/>
          </a:solidFill>
          <a:ln w="12700">
            <a:solidFill>
              <a:srgbClr val="F6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A8"/>
          </a:solidFill>
          <a:ln w="12700">
            <a:solidFill>
              <a:srgbClr val="0EA5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926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Referências e materiais recomendados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21792" y="877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Fontes para aprofundamento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1261872"/>
            <a:ext cx="6446520" cy="4526280"/>
          </a:xfrm>
          <a:prstGeom prst="roundRect">
            <a:avLst>
              <a:gd name="adj" fmla="val 1616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81328"/>
            <a:ext cx="6053328" cy="3794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just">
              <a:lnSpc>
                <a:spcPct val="150000"/>
              </a:lnSpc>
              <a:spcAft>
                <a:spcPts val="200"/>
              </a:spcAft>
              <a:buNone/>
            </a:pPr>
            <a:r>
              <a:rPr lang="en-US" sz="24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FAYYAD; PIATETSKY-SHAPIRO; SMYTH. The KDD Process for Extracting Useful Knowledge from Volumes of Data, ACM, 1996. NIST CSRC Glossary: Internet of Things. IBM Docs: CRISP-DM. MQTT.org e OASIS MQTT 5.0. Node-RED. Orange Data Mining. Scikit-learn: Novelty and Outlier Detection.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– Internet das coisas - 44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52360" y="1234440"/>
            <a:ext cx="4160520" cy="452628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D7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4173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B5563"/>
                </a:solidFill>
              </a:rPr>
              <a:t>Aprofundamento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KDD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64040" y="182880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09560" y="274320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CRISP-DM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29800" y="274320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09560" y="3657600"/>
            <a:ext cx="1600200" cy="457200"/>
          </a:xfrm>
          <a:prstGeom prst="roundRect">
            <a:avLst>
              <a:gd name="adj" fmla="val 16000"/>
            </a:avLst>
          </a:prstGeom>
          <a:solidFill>
            <a:srgbClr val="FCE7F3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29800" y="365760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EE2E2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4892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B5563"/>
                </a:solidFill>
              </a:rPr>
              <a:t>Links úteis nas anotações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6448</Words>
  <Application>Microsoft Office PowerPoint</Application>
  <PresentationFormat>Widescreen</PresentationFormat>
  <Paragraphs>613</Paragraphs>
  <Slides>44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8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Material didático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KDD aplicado à Internet das Coisas</dc:title>
  <dc:subject>Processo KDD aplicado a cenários de Internet das Coisas</dc:subject>
  <dc:creator>Professor Msc Elionai Magalhães</dc:creator>
  <cp:lastModifiedBy>Elionai</cp:lastModifiedBy>
  <cp:revision>2</cp:revision>
  <dcterms:created xsi:type="dcterms:W3CDTF">2026-08-20T21:12:28Z</dcterms:created>
  <dcterms:modified xsi:type="dcterms:W3CDTF">2026-08-20T21:35:09Z</dcterms:modified>
</cp:coreProperties>
</file>