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09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8"/>
            <a:ext cx="58293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4406903"/>
            <a:ext cx="58293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906713"/>
            <a:ext cx="58293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3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3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1535113"/>
            <a:ext cx="303014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2174875"/>
            <a:ext cx="303014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0" y="1535113"/>
            <a:ext cx="303133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0" y="2174875"/>
            <a:ext cx="303133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1" y="273050"/>
            <a:ext cx="225623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273053"/>
            <a:ext cx="3833813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1" y="1435103"/>
            <a:ext cx="225623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41"/>
            <a:ext cx="15430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41"/>
            <a:ext cx="4514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3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3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3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3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B7CF0A-CA2A-74E4-23B6-8655B1C4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74638"/>
            <a:ext cx="8191500" cy="1143000"/>
          </a:xfrm>
        </p:spPr>
        <p:txBody>
          <a:bodyPr/>
          <a:lstStyle/>
          <a:p>
            <a:r>
              <a:rPr lang="pt-BR" dirty="0"/>
              <a:t>Avaliação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E72499-0DBE-CB6C-330B-70EBD9253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600203"/>
            <a:ext cx="8191500" cy="4525963"/>
          </a:xfr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6031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3771" cy="51433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</Words>
  <Application>Microsoft Office PowerPoint</Application>
  <PresentationFormat>Apresentação na tela (4:3)</PresentationFormat>
  <Paragraphs>1</Paragraphs>
  <Slides>47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Avaliação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Elionai</cp:lastModifiedBy>
  <cp:revision>2</cp:revision>
  <dcterms:created xsi:type="dcterms:W3CDTF">2013-01-27T09:14:16Z</dcterms:created>
  <dcterms:modified xsi:type="dcterms:W3CDTF">2026-08-07T13:06:34Z</dcterms:modified>
  <cp:category/>
</cp:coreProperties>
</file>